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23 SBOM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2026-10-02T10:40:49.010099Z | Framework ID: 23_SBOM</a:t>
            </a:r>
          </a:p>
          <a:p>
            <a:r>
              <a:t>NTIA SBOM Minimum Elements (2021), EO 14028 (2021), CISA SBOM guidance</a:t>
            </a:r>
          </a:p>
          <a:p>
            <a:r>
              <a:t>PASS — Supplier, Component, Version, Hash, Relationship all captured in manifest</a:t>
            </a:r>
          </a:p>
          <a:p>
            <a:r>
              <a:t>MINIMUM ELEMENTS: ALL PRESENT</a:t>
            </a:r>
          </a:p>
          <a:p>
            <a:r>
              <a:t>SingleBinary.generate_build_manifest() produces SBOM-compatible manifest with SHA3-256 hashes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