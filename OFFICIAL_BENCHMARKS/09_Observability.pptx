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09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Operation | Rate |</a:t>
            </a:r>
          </a:p>
          <a:p>
            <a:r>
              <a:t>| --- | --- |</a:t>
            </a:r>
          </a:p>
          <a:p>
            <a:r>
              <a:t>| Span write | 45,000 spans/sec |</a:t>
            </a:r>
          </a:p>
          <a:p>
            <a:r>
              <a:t>| Metric flush | 12,000 metrics/sec |</a:t>
            </a:r>
          </a:p>
          <a:p>
            <a:r>
              <a:t>| Log write | 80,000 logs/sec |</a:t>
            </a:r>
          </a:p>
          <a:p>
            <a:r>
              <a:t>| Query (last 100 spans) | 2.1ms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Storage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Data Type | Per Entry | 1M entries |</a:t>
            </a:r>
          </a:p>
          <a:p>
            <a:r>
              <a:t>| --- | --- | --- |</a:t>
            </a:r>
          </a:p>
          <a:p>
            <a:r>
              <a:t>| Spans (JSONL) | ~380 bytes | ~380MB |</a:t>
            </a:r>
          </a:p>
          <a:p>
            <a:r>
              <a:t>| Metrics | ~120 bytes | ~120MB |</a:t>
            </a:r>
          </a:p>
          <a:p>
            <a:r>
              <a:t>| Logs | ~150 bytes | ~150MB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vs Cloud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Feature | Anticloud Local | Datadog | Grafana Cloud |</a:t>
            </a:r>
          </a:p>
          <a:p>
            <a:r>
              <a:t>| --- | --- | --- | --- |</a:t>
            </a:r>
          </a:p>
          <a:p>
            <a:r>
              <a:t>| Data egress | Zero | All data | All data |</a:t>
            </a:r>
          </a:p>
          <a:p>
            <a:r>
              <a:t>| Cost | $0 | $15–$35/host/mo | $8–$25/host/mo |</a:t>
            </a:r>
          </a:p>
          <a:p>
            <a:r>
              <a:t>| Air-gapped | Yes | No | No |</a:t>
            </a:r>
          </a:p>
          <a:p>
            <a:r>
              <a:t>| Query offline | Yes | No | No |</a:t>
            </a:r>
          </a:p>
          <a:p>
            <a:r>
              <a:t>| Retention | Unlimited (local) | 15 days (free) | 13 months (paid)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